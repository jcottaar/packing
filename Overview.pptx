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>
        <p:scale>
          <a:sx n="125" d="100"/>
          <a:sy n="125" d="100"/>
        </p:scale>
        <p:origin x="1512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0D589-B52A-EE78-897D-D39780D41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4565D2-3D35-6832-E0B0-BC43E0FF4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D66FF-35A2-5321-915E-723541A16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1721-FBC0-4067-AB38-A0866CBF220D}" type="datetimeFigureOut">
              <a:rPr lang="en-NL" smtClean="0"/>
              <a:t>2026-02-08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43FD4-0016-9B1F-7EA2-DCC5306A9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F563A-A19E-56EC-FA6A-74FCEBE2F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D3A6-DFCE-4619-BBD4-9881A887EB4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08363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8D4AF-AB38-FBDE-02A4-530B80032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AFB70-9EE5-C8E1-B847-2A1F3A056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B9A22-5D7D-70AF-37A8-66C1276EA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1721-FBC0-4067-AB38-A0866CBF220D}" type="datetimeFigureOut">
              <a:rPr lang="en-NL" smtClean="0"/>
              <a:t>2026-02-08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ADA0E-553C-A2C3-DC64-9C400D684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9EA07-8E2E-C1CB-4662-869C1158A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D3A6-DFCE-4619-BBD4-9881A887EB4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23778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E19C-44FA-F904-2858-571D89EFC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4F5D0-0B23-F1C7-0E0C-2BE389118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0C8A4-EC52-4D27-39FE-F883BD9BD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1721-FBC0-4067-AB38-A0866CBF220D}" type="datetimeFigureOut">
              <a:rPr lang="en-NL" smtClean="0"/>
              <a:t>2026-02-08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46527-9DAF-F896-BC0D-FBAD17FF0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0C9BA-8645-4063-229C-DB3D0C487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D3A6-DFCE-4619-BBD4-9881A887EB4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91673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E3A8F-63D5-EC9D-7CFA-2D861B6C5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DA983-0251-8F23-F0A3-9A34FF473E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CEC100-D672-87F9-1449-660E53F88B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BEDDF-6748-527D-E59B-B5F1DB79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1721-FBC0-4067-AB38-A0866CBF220D}" type="datetimeFigureOut">
              <a:rPr lang="en-NL" smtClean="0"/>
              <a:t>2026-02-08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45209D-1F46-D7C6-5762-3CCC2EB9E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4F091C-75E7-702C-EF73-CD84A206E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D3A6-DFCE-4619-BBD4-9881A887EB4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24290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BE930-D91A-E89B-B006-2D09C1ED0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4E534-AE0A-0852-B0DC-5A4AFF91E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A67482-B3EC-ACCC-2767-E6CDAB426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531088-C166-0EE1-4016-1F82CB9BAA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33F2C1-9659-717D-1933-E41160A6A0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999AB5-F279-4565-FEBB-D95D51FD0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1721-FBC0-4067-AB38-A0866CBF220D}" type="datetimeFigureOut">
              <a:rPr lang="en-NL" smtClean="0"/>
              <a:t>2026-02-08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B9F465-8AFA-3404-3755-405963A87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150756-EA4C-AA3E-BDE6-D82910975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D3A6-DFCE-4619-BBD4-9881A887EB4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89919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A71C0-E4A9-104C-D970-132EA291E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B664EC-5193-DE48-E677-E97C16415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1721-FBC0-4067-AB38-A0866CBF220D}" type="datetimeFigureOut">
              <a:rPr lang="en-NL" smtClean="0"/>
              <a:t>2026-02-08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09571E-9D3B-3272-3B9F-AB10646E0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D9F388-0B60-86B0-FEDB-65546A318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D3A6-DFCE-4619-BBD4-9881A887EB4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90409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E5BD9D-5D42-3865-2F49-6D3AA2481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1721-FBC0-4067-AB38-A0866CBF220D}" type="datetimeFigureOut">
              <a:rPr lang="en-NL" smtClean="0"/>
              <a:t>2026-02-08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E5A55F-2F2C-166E-24F5-34831DF06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383C2-0D4E-07FD-F8C3-157ADD5C1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D3A6-DFCE-4619-BBD4-9881A887EB4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35835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53DE3-3A88-55F6-F87C-B128C3EF0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26592-7A81-2677-3D4F-2CE993AAB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9F2A7-B817-B74C-2804-B1D6707EB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E3E4E-C881-1AFA-6F47-540B77739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1721-FBC0-4067-AB38-A0866CBF220D}" type="datetimeFigureOut">
              <a:rPr lang="en-NL" smtClean="0"/>
              <a:t>2026-02-08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A55FB5-9E6A-1081-917F-8D2546D8B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31B14-D837-4723-9444-04DC89365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D3A6-DFCE-4619-BBD4-9881A887EB4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10862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6035A-1132-A705-A267-A7997206F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9C5628-C9BA-D136-7903-746A1E5E1D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0EC078-9EBA-25FA-1D5C-063BD10A5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8E8707-4018-1553-B75F-9D5AFC9A3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1721-FBC0-4067-AB38-A0866CBF220D}" type="datetimeFigureOut">
              <a:rPr lang="en-NL" smtClean="0"/>
              <a:t>2026-02-08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24AB88-1AA8-24AB-8149-BE95F1CE1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03A89-D1A9-DD28-F48B-AC267F64B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D3A6-DFCE-4619-BBD4-9881A887EB4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56419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A3FE6-3633-86F2-F5EC-B98A3F9E9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CD785C-FD7D-3255-3BFE-B7D628741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3E55A-AB3B-D8E1-EB10-B5804B40C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1721-FBC0-4067-AB38-A0866CBF220D}" type="datetimeFigureOut">
              <a:rPr lang="en-NL" smtClean="0"/>
              <a:t>2026-02-08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4ED4A-C1E6-FD6C-4AA0-479C11114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66B6D-C6E2-EB5A-FAE8-F25E6F1A3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D3A6-DFCE-4619-BBD4-9881A887EB4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72215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12DAE0-40C4-3A91-376F-CE747CEC6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61E960-B8A7-9904-D8AB-81B3D326C4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9879B-5C25-A434-2879-B021BE417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1721-FBC0-4067-AB38-A0866CBF220D}" type="datetimeFigureOut">
              <a:rPr lang="en-NL" smtClean="0"/>
              <a:t>2026-02-08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89AB7-33C9-7CA1-727B-C26BBAF37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8B6AA-136D-A63E-55E7-7813EEAA2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D3A6-DFCE-4619-BBD4-9881A887EB4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50090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A63F09-065F-7FEC-B37E-60953EF7C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67F65-33D3-3ABE-C7E2-F1F85A12A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4086B-0FF3-871B-2019-B2A068F585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AE1721-FBC0-4067-AB38-A0866CBF220D}" type="datetimeFigureOut">
              <a:rPr lang="en-NL" smtClean="0"/>
              <a:t>2026-02-08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F8EE7-126F-43B6-010F-00CB4A7FA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8029A-368A-95ED-2322-8EC9FA06A6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18D3A6-DFCE-4619-BBD4-9881A887EB4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25260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947A55A8-1D48-17F3-3798-061FAC23F05B}"/>
              </a:ext>
            </a:extLst>
          </p:cNvPr>
          <p:cNvSpPr/>
          <p:nvPr/>
        </p:nvSpPr>
        <p:spPr>
          <a:xfrm>
            <a:off x="2624360" y="1455934"/>
            <a:ext cx="172040" cy="172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25D62FA-3F99-D15A-78F1-4E132834EFBC}"/>
              </a:ext>
            </a:extLst>
          </p:cNvPr>
          <p:cNvSpPr/>
          <p:nvPr/>
        </p:nvSpPr>
        <p:spPr>
          <a:xfrm>
            <a:off x="3499334" y="1627974"/>
            <a:ext cx="172040" cy="172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F9F45EE-47B2-72F4-2B26-27232E5F9B8A}"/>
              </a:ext>
            </a:extLst>
          </p:cNvPr>
          <p:cNvSpPr/>
          <p:nvPr/>
        </p:nvSpPr>
        <p:spPr>
          <a:xfrm>
            <a:off x="4242809" y="2123624"/>
            <a:ext cx="172040" cy="172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19D59AB-B20A-8D57-49A0-B5987CE09BDB}"/>
              </a:ext>
            </a:extLst>
          </p:cNvPr>
          <p:cNvSpPr/>
          <p:nvPr/>
        </p:nvSpPr>
        <p:spPr>
          <a:xfrm>
            <a:off x="4738459" y="2862042"/>
            <a:ext cx="172040" cy="172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1291398-841C-B762-4590-BF9F8A470AA8}"/>
              </a:ext>
            </a:extLst>
          </p:cNvPr>
          <p:cNvSpPr/>
          <p:nvPr/>
        </p:nvSpPr>
        <p:spPr>
          <a:xfrm>
            <a:off x="4910499" y="3749800"/>
            <a:ext cx="172040" cy="172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6DC12C8-9225-E8F3-E4BC-C8816C9E6248}"/>
              </a:ext>
            </a:extLst>
          </p:cNvPr>
          <p:cNvSpPr/>
          <p:nvPr/>
        </p:nvSpPr>
        <p:spPr>
          <a:xfrm>
            <a:off x="4728424" y="4609601"/>
            <a:ext cx="172040" cy="172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F6577F6-7D51-7F3A-44DD-CD06E2A7C7FA}"/>
              </a:ext>
            </a:extLst>
          </p:cNvPr>
          <p:cNvSpPr/>
          <p:nvPr/>
        </p:nvSpPr>
        <p:spPr>
          <a:xfrm>
            <a:off x="4242889" y="5363192"/>
            <a:ext cx="172040" cy="172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C9F804-1A72-83C4-470D-F262258B73E7}"/>
              </a:ext>
            </a:extLst>
          </p:cNvPr>
          <p:cNvSpPr/>
          <p:nvPr/>
        </p:nvSpPr>
        <p:spPr>
          <a:xfrm>
            <a:off x="3499334" y="5858842"/>
            <a:ext cx="172040" cy="172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DFDF628-87BA-8FE4-7D89-AE5A8B6F7BE2}"/>
              </a:ext>
            </a:extLst>
          </p:cNvPr>
          <p:cNvSpPr/>
          <p:nvPr/>
        </p:nvSpPr>
        <p:spPr>
          <a:xfrm>
            <a:off x="2624360" y="6030882"/>
            <a:ext cx="172040" cy="172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989F8E4-8043-D4E1-7DE5-26339C81C6B6}"/>
              </a:ext>
            </a:extLst>
          </p:cNvPr>
          <p:cNvSpPr/>
          <p:nvPr/>
        </p:nvSpPr>
        <p:spPr>
          <a:xfrm>
            <a:off x="1749385" y="5858842"/>
            <a:ext cx="172040" cy="172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C23706D-3892-B95D-EDF0-D48EC473676D}"/>
              </a:ext>
            </a:extLst>
          </p:cNvPr>
          <p:cNvSpPr/>
          <p:nvPr/>
        </p:nvSpPr>
        <p:spPr>
          <a:xfrm>
            <a:off x="1000852" y="5363192"/>
            <a:ext cx="172040" cy="172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7EEA894-0187-0B9D-893E-2D7EFADAD273}"/>
              </a:ext>
            </a:extLst>
          </p:cNvPr>
          <p:cNvSpPr/>
          <p:nvPr/>
        </p:nvSpPr>
        <p:spPr>
          <a:xfrm>
            <a:off x="495087" y="4624774"/>
            <a:ext cx="172040" cy="172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2236A04-C769-F737-577D-2B5312866BAE}"/>
              </a:ext>
            </a:extLst>
          </p:cNvPr>
          <p:cNvSpPr/>
          <p:nvPr/>
        </p:nvSpPr>
        <p:spPr>
          <a:xfrm>
            <a:off x="323047" y="3749800"/>
            <a:ext cx="172040" cy="172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CC1921B-2540-0391-1801-E256DFC4794E}"/>
              </a:ext>
            </a:extLst>
          </p:cNvPr>
          <p:cNvSpPr/>
          <p:nvPr/>
        </p:nvSpPr>
        <p:spPr>
          <a:xfrm>
            <a:off x="500145" y="2864710"/>
            <a:ext cx="172040" cy="172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BCCFB4C-5DF6-BB49-2904-EE2448490EE7}"/>
              </a:ext>
            </a:extLst>
          </p:cNvPr>
          <p:cNvSpPr/>
          <p:nvPr/>
        </p:nvSpPr>
        <p:spPr>
          <a:xfrm>
            <a:off x="985679" y="2116177"/>
            <a:ext cx="172040" cy="172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7EDE282-034F-F624-7873-1ED4DBE6FD08}"/>
              </a:ext>
            </a:extLst>
          </p:cNvPr>
          <p:cNvSpPr/>
          <p:nvPr/>
        </p:nvSpPr>
        <p:spPr>
          <a:xfrm>
            <a:off x="1744328" y="1625584"/>
            <a:ext cx="172040" cy="172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7C6A16A-325E-53AE-53C9-A7D493795BCD}"/>
              </a:ext>
            </a:extLst>
          </p:cNvPr>
          <p:cNvCxnSpPr/>
          <p:nvPr/>
        </p:nvCxnSpPr>
        <p:spPr>
          <a:xfrm flipV="1">
            <a:off x="1830348" y="1541954"/>
            <a:ext cx="880032" cy="16965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5B22A72-F607-C6F7-32C6-DC45C35150F7}"/>
              </a:ext>
            </a:extLst>
          </p:cNvPr>
          <p:cNvCxnSpPr/>
          <p:nvPr/>
        </p:nvCxnSpPr>
        <p:spPr>
          <a:xfrm>
            <a:off x="2710379" y="1541954"/>
            <a:ext cx="874974" cy="16965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9A03759-DE45-AC2F-0B63-AFE201DFC944}"/>
              </a:ext>
            </a:extLst>
          </p:cNvPr>
          <p:cNvCxnSpPr/>
          <p:nvPr/>
        </p:nvCxnSpPr>
        <p:spPr>
          <a:xfrm>
            <a:off x="3585354" y="1711604"/>
            <a:ext cx="743475" cy="49059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8828178-AB4B-AAC1-A0B7-AE902A6C6E48}"/>
              </a:ext>
            </a:extLst>
          </p:cNvPr>
          <p:cNvCxnSpPr/>
          <p:nvPr/>
        </p:nvCxnSpPr>
        <p:spPr>
          <a:xfrm>
            <a:off x="4328829" y="2202197"/>
            <a:ext cx="485614" cy="74586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5AC545C-7BFB-658F-1D47-75A0276FB85C}"/>
              </a:ext>
            </a:extLst>
          </p:cNvPr>
          <p:cNvCxnSpPr/>
          <p:nvPr/>
        </p:nvCxnSpPr>
        <p:spPr>
          <a:xfrm>
            <a:off x="4814443" y="2948062"/>
            <a:ext cx="182076" cy="88775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4865A14-C780-600E-5591-5971424B44E4}"/>
              </a:ext>
            </a:extLst>
          </p:cNvPr>
          <p:cNvCxnSpPr/>
          <p:nvPr/>
        </p:nvCxnSpPr>
        <p:spPr>
          <a:xfrm flipH="1">
            <a:off x="4814443" y="3835820"/>
            <a:ext cx="182076" cy="85980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5D24B72-45A3-9AAF-9AB5-BE9FA281FC65}"/>
              </a:ext>
            </a:extLst>
          </p:cNvPr>
          <p:cNvCxnSpPr/>
          <p:nvPr/>
        </p:nvCxnSpPr>
        <p:spPr>
          <a:xfrm flipH="1">
            <a:off x="4328829" y="4695621"/>
            <a:ext cx="485614" cy="75359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91E1EFA-4B85-68A5-4FF0-E654DB6BB34E}"/>
              </a:ext>
            </a:extLst>
          </p:cNvPr>
          <p:cNvCxnSpPr/>
          <p:nvPr/>
        </p:nvCxnSpPr>
        <p:spPr>
          <a:xfrm flipH="1">
            <a:off x="3585354" y="5449212"/>
            <a:ext cx="743475" cy="49565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92EDD11-0337-C3C6-4345-44C17D6CFA89}"/>
              </a:ext>
            </a:extLst>
          </p:cNvPr>
          <p:cNvCxnSpPr/>
          <p:nvPr/>
        </p:nvCxnSpPr>
        <p:spPr>
          <a:xfrm flipH="1">
            <a:off x="2710379" y="5944862"/>
            <a:ext cx="874974" cy="17204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8775B6E-FB18-681F-6E61-6DF8EC7D0C4C}"/>
              </a:ext>
            </a:extLst>
          </p:cNvPr>
          <p:cNvCxnSpPr/>
          <p:nvPr/>
        </p:nvCxnSpPr>
        <p:spPr>
          <a:xfrm flipH="1" flipV="1">
            <a:off x="1830348" y="5944862"/>
            <a:ext cx="880032" cy="17204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D1400D8-94BB-1BD3-E581-DC88E4E5BC3C}"/>
              </a:ext>
            </a:extLst>
          </p:cNvPr>
          <p:cNvCxnSpPr/>
          <p:nvPr/>
        </p:nvCxnSpPr>
        <p:spPr>
          <a:xfrm flipH="1" flipV="1">
            <a:off x="1086872" y="5449212"/>
            <a:ext cx="743475" cy="49565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46C4ED8-F84E-EA32-FD6B-5B9C08B171F6}"/>
              </a:ext>
            </a:extLst>
          </p:cNvPr>
          <p:cNvCxnSpPr/>
          <p:nvPr/>
        </p:nvCxnSpPr>
        <p:spPr>
          <a:xfrm flipH="1" flipV="1">
            <a:off x="581107" y="4710794"/>
            <a:ext cx="505765" cy="73841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05CA246-EDB9-3D7E-15C5-F45C824691C5}"/>
              </a:ext>
            </a:extLst>
          </p:cNvPr>
          <p:cNvCxnSpPr/>
          <p:nvPr/>
        </p:nvCxnSpPr>
        <p:spPr>
          <a:xfrm flipH="1" flipV="1">
            <a:off x="409067" y="3835820"/>
            <a:ext cx="172040" cy="87497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A7F4E8D-EBBA-3DD8-61C7-BE0B942A3E12}"/>
              </a:ext>
            </a:extLst>
          </p:cNvPr>
          <p:cNvCxnSpPr/>
          <p:nvPr/>
        </p:nvCxnSpPr>
        <p:spPr>
          <a:xfrm flipV="1">
            <a:off x="409067" y="2948062"/>
            <a:ext cx="172040" cy="88775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307A32B-8F83-AFB0-2880-B7D174853982}"/>
              </a:ext>
            </a:extLst>
          </p:cNvPr>
          <p:cNvCxnSpPr/>
          <p:nvPr/>
        </p:nvCxnSpPr>
        <p:spPr>
          <a:xfrm flipV="1">
            <a:off x="581107" y="2202197"/>
            <a:ext cx="490593" cy="74586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9806D03-B974-C53F-AFDD-289BDE153487}"/>
              </a:ext>
            </a:extLst>
          </p:cNvPr>
          <p:cNvCxnSpPr/>
          <p:nvPr/>
        </p:nvCxnSpPr>
        <p:spPr>
          <a:xfrm flipV="1">
            <a:off x="1071699" y="1711604"/>
            <a:ext cx="758648" cy="49059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DB1F29F-9CEB-6748-D280-AAF22441D199}"/>
              </a:ext>
            </a:extLst>
          </p:cNvPr>
          <p:cNvCxnSpPr/>
          <p:nvPr/>
        </p:nvCxnSpPr>
        <p:spPr>
          <a:xfrm>
            <a:off x="1830348" y="1711604"/>
            <a:ext cx="1755006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87DE25C-DC3B-4C17-FB22-3F78C2248E7E}"/>
              </a:ext>
            </a:extLst>
          </p:cNvPr>
          <p:cNvCxnSpPr/>
          <p:nvPr/>
        </p:nvCxnSpPr>
        <p:spPr>
          <a:xfrm>
            <a:off x="2710379" y="1541954"/>
            <a:ext cx="1618449" cy="66024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F52AC2A-B2AE-673D-2FB4-56628314830B}"/>
              </a:ext>
            </a:extLst>
          </p:cNvPr>
          <p:cNvCxnSpPr>
            <a:endCxn id="8" idx="5"/>
          </p:cNvCxnSpPr>
          <p:nvPr/>
        </p:nvCxnSpPr>
        <p:spPr>
          <a:xfrm>
            <a:off x="3585354" y="1711604"/>
            <a:ext cx="1299951" cy="129728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2423BE1-C0E1-75DC-F974-23B9A61C7BDE}"/>
              </a:ext>
            </a:extLst>
          </p:cNvPr>
          <p:cNvCxnSpPr/>
          <p:nvPr/>
        </p:nvCxnSpPr>
        <p:spPr>
          <a:xfrm>
            <a:off x="4328829" y="2202197"/>
            <a:ext cx="667690" cy="163362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E9A08A6-7358-BBC6-0C4D-842D37EF3892}"/>
              </a:ext>
            </a:extLst>
          </p:cNvPr>
          <p:cNvCxnSpPr/>
          <p:nvPr/>
        </p:nvCxnSpPr>
        <p:spPr>
          <a:xfrm>
            <a:off x="4814443" y="2948062"/>
            <a:ext cx="0" cy="176273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6D5856D-EF72-D1A9-E6D8-9912D93DF021}"/>
              </a:ext>
            </a:extLst>
          </p:cNvPr>
          <p:cNvCxnSpPr/>
          <p:nvPr/>
        </p:nvCxnSpPr>
        <p:spPr>
          <a:xfrm flipH="1">
            <a:off x="3585354" y="4695621"/>
            <a:ext cx="1229090" cy="124924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F7E3F9B-076B-2489-475C-6E3F535FD335}"/>
              </a:ext>
            </a:extLst>
          </p:cNvPr>
          <p:cNvCxnSpPr/>
          <p:nvPr/>
        </p:nvCxnSpPr>
        <p:spPr>
          <a:xfrm flipV="1">
            <a:off x="4328829" y="3829427"/>
            <a:ext cx="667690" cy="161978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3DD2B3A-7FB1-97E2-6FFB-BD2872A8858A}"/>
              </a:ext>
            </a:extLst>
          </p:cNvPr>
          <p:cNvCxnSpPr/>
          <p:nvPr/>
        </p:nvCxnSpPr>
        <p:spPr>
          <a:xfrm flipH="1">
            <a:off x="2707850" y="5449212"/>
            <a:ext cx="1620979" cy="66769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B85D109-4D10-8A7B-9CCA-2C306A917F65}"/>
              </a:ext>
            </a:extLst>
          </p:cNvPr>
          <p:cNvCxnSpPr/>
          <p:nvPr/>
        </p:nvCxnSpPr>
        <p:spPr>
          <a:xfrm flipH="1">
            <a:off x="1830348" y="5944862"/>
            <a:ext cx="1755006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F289C24-EF9B-4C4D-9AF1-3EAE1EE75FAF}"/>
              </a:ext>
            </a:extLst>
          </p:cNvPr>
          <p:cNvCxnSpPr/>
          <p:nvPr/>
        </p:nvCxnSpPr>
        <p:spPr>
          <a:xfrm flipH="1" flipV="1">
            <a:off x="1086872" y="5449212"/>
            <a:ext cx="1620978" cy="66769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773EF53-F88E-2C22-8450-6EDC6E2A384B}"/>
              </a:ext>
            </a:extLst>
          </p:cNvPr>
          <p:cNvCxnSpPr/>
          <p:nvPr/>
        </p:nvCxnSpPr>
        <p:spPr>
          <a:xfrm flipH="1" flipV="1">
            <a:off x="581107" y="4695621"/>
            <a:ext cx="1249241" cy="124924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D4A72776-C320-CBCC-C48A-8FF20B15813C}"/>
              </a:ext>
            </a:extLst>
          </p:cNvPr>
          <p:cNvCxnSpPr/>
          <p:nvPr/>
        </p:nvCxnSpPr>
        <p:spPr>
          <a:xfrm flipH="1" flipV="1">
            <a:off x="409067" y="3829427"/>
            <a:ext cx="677805" cy="161978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15ABDD5D-16DE-554B-ADBC-ED7AC55F8440}"/>
              </a:ext>
            </a:extLst>
          </p:cNvPr>
          <p:cNvCxnSpPr/>
          <p:nvPr/>
        </p:nvCxnSpPr>
        <p:spPr>
          <a:xfrm flipV="1">
            <a:off x="581107" y="2948062"/>
            <a:ext cx="0" cy="174755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76B75339-1E0A-7984-461E-42170F1F16F3}"/>
              </a:ext>
            </a:extLst>
          </p:cNvPr>
          <p:cNvCxnSpPr/>
          <p:nvPr/>
        </p:nvCxnSpPr>
        <p:spPr>
          <a:xfrm flipV="1">
            <a:off x="409067" y="2202197"/>
            <a:ext cx="677805" cy="162723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328A2F71-B199-A3F7-72A6-BFB2635F7B38}"/>
              </a:ext>
            </a:extLst>
          </p:cNvPr>
          <p:cNvCxnSpPr/>
          <p:nvPr/>
        </p:nvCxnSpPr>
        <p:spPr>
          <a:xfrm flipV="1">
            <a:off x="581107" y="1711604"/>
            <a:ext cx="1249241" cy="123645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ED1881C9-6B78-4C43-7A99-014F5DD7834A}"/>
              </a:ext>
            </a:extLst>
          </p:cNvPr>
          <p:cNvCxnSpPr/>
          <p:nvPr/>
        </p:nvCxnSpPr>
        <p:spPr>
          <a:xfrm flipV="1">
            <a:off x="1071699" y="1541954"/>
            <a:ext cx="1636150" cy="66024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4C7E15CA-FAE6-0420-7759-B2A0F2C4C2F0}"/>
              </a:ext>
            </a:extLst>
          </p:cNvPr>
          <p:cNvSpPr txBox="1"/>
          <p:nvPr/>
        </p:nvSpPr>
        <p:spPr>
          <a:xfrm>
            <a:off x="1075978" y="3445436"/>
            <a:ext cx="3462783" cy="646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16 islands on a ring – an island interacts with other close to it.</a:t>
            </a:r>
            <a:endParaRPr lang="en-NL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69D544B-D7FB-DD04-B22C-72B18ADDB027}"/>
              </a:ext>
            </a:extLst>
          </p:cNvPr>
          <p:cNvSpPr txBox="1"/>
          <p:nvPr/>
        </p:nvSpPr>
        <p:spPr>
          <a:xfrm>
            <a:off x="3099923" y="412718"/>
            <a:ext cx="5992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Hierarchical population for a genetic algorithm</a:t>
            </a:r>
            <a:endParaRPr lang="en-NL" sz="2400" dirty="0"/>
          </a:p>
        </p:txBody>
      </p:sp>
      <p:sp>
        <p:nvSpPr>
          <p:cNvPr id="94" name="Arrow: Right 93">
            <a:extLst>
              <a:ext uri="{FF2B5EF4-FFF2-40B4-BE49-F238E27FC236}">
                <a16:creationId xmlns:a16="http://schemas.microsoft.com/office/drawing/2014/main" id="{CAC39BE4-E8C2-DE09-8F39-05F56B3DA1F4}"/>
              </a:ext>
            </a:extLst>
          </p:cNvPr>
          <p:cNvSpPr/>
          <p:nvPr/>
        </p:nvSpPr>
        <p:spPr>
          <a:xfrm>
            <a:off x="3840416" y="1391953"/>
            <a:ext cx="3713892" cy="603542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46F0C22-983A-5D9A-EFB8-FDDEA252BA64}"/>
              </a:ext>
            </a:extLst>
          </p:cNvPr>
          <p:cNvSpPr txBox="1"/>
          <p:nvPr/>
        </p:nvSpPr>
        <p:spPr>
          <a:xfrm>
            <a:off x="7642859" y="1471063"/>
            <a:ext cx="3246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One island holds 111 individuals with a given square size.</a:t>
            </a:r>
            <a:endParaRPr lang="en-NL" dirty="0"/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8FFC33D0-64FA-66C2-C4F4-76CED1DD9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5644" y="2211045"/>
            <a:ext cx="1049664" cy="1049664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A3D5D4D7-97EF-3139-F085-C8D2BFF0E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9762976" y="2197820"/>
            <a:ext cx="1041844" cy="1050599"/>
          </a:xfrm>
          <a:prstGeom prst="rect">
            <a:avLst/>
          </a:prstGeom>
        </p:spPr>
      </p:pic>
      <p:sp>
        <p:nvSpPr>
          <p:cNvPr id="104" name="Arrow: Right 103">
            <a:extLst>
              <a:ext uri="{FF2B5EF4-FFF2-40B4-BE49-F238E27FC236}">
                <a16:creationId xmlns:a16="http://schemas.microsoft.com/office/drawing/2014/main" id="{E17B4C8C-10A5-64D2-9D91-63C0CF00CEF2}"/>
              </a:ext>
            </a:extLst>
          </p:cNvPr>
          <p:cNvSpPr/>
          <p:nvPr/>
        </p:nvSpPr>
        <p:spPr>
          <a:xfrm rot="5400000">
            <a:off x="7757956" y="3285051"/>
            <a:ext cx="547658" cy="603542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C5B6952-AAA9-2994-FE74-A7958412B1F2}"/>
              </a:ext>
            </a:extLst>
          </p:cNvPr>
          <p:cNvSpPr txBox="1"/>
          <p:nvPr/>
        </p:nvSpPr>
        <p:spPr>
          <a:xfrm>
            <a:off x="8434608" y="4486029"/>
            <a:ext cx="36507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Each individual is one configuration of trees. Genetic algorithm tries to make it feasible – no overlap, no poking over boundary. When successful it reduces square size and repeats.</a:t>
            </a:r>
            <a:endParaRPr lang="en-NL" dirty="0"/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F09E3EA0-F539-7328-DAFD-324DEE31E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8540" y="2209644"/>
            <a:ext cx="1049665" cy="1049665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540A3696-1792-F7BC-B5B3-69FFD4E9FC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7918" y="3908349"/>
            <a:ext cx="2876690" cy="287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947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A5E10-84BD-D569-5E19-69467A701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Arrow: Right 64">
            <a:extLst>
              <a:ext uri="{FF2B5EF4-FFF2-40B4-BE49-F238E27FC236}">
                <a16:creationId xmlns:a16="http://schemas.microsoft.com/office/drawing/2014/main" id="{A639C53C-EB0E-F23B-79B3-9F0FD01E5782}"/>
              </a:ext>
            </a:extLst>
          </p:cNvPr>
          <p:cNvSpPr/>
          <p:nvPr/>
        </p:nvSpPr>
        <p:spPr>
          <a:xfrm>
            <a:off x="6137497" y="2428445"/>
            <a:ext cx="579120" cy="603542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E664578-7181-1EC5-DD06-CBD52EC0D041}"/>
              </a:ext>
            </a:extLst>
          </p:cNvPr>
          <p:cNvSpPr txBox="1"/>
          <p:nvPr/>
        </p:nvSpPr>
        <p:spPr>
          <a:xfrm>
            <a:off x="4414849" y="176697"/>
            <a:ext cx="29114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genetic algorithm</a:t>
            </a:r>
            <a:endParaRPr lang="en-NL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C2237-9AEC-1F2E-BB15-9F5C46D70BE0}"/>
              </a:ext>
            </a:extLst>
          </p:cNvPr>
          <p:cNvSpPr/>
          <p:nvPr/>
        </p:nvSpPr>
        <p:spPr>
          <a:xfrm>
            <a:off x="297180" y="779332"/>
            <a:ext cx="5798820" cy="8818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Initial solution</a:t>
            </a:r>
          </a:p>
          <a:p>
            <a:pPr algn="ctr"/>
            <a:r>
              <a:rPr lang="en-US" dirty="0"/>
              <a:t>Random, potentially with symmetry constraints and/or a tessellated core</a:t>
            </a:r>
            <a:endParaRPr lang="en-NL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4A70F6-1299-EFE5-9483-BD009EBE6D96}"/>
              </a:ext>
            </a:extLst>
          </p:cNvPr>
          <p:cNvSpPr/>
          <p:nvPr/>
        </p:nvSpPr>
        <p:spPr>
          <a:xfrm>
            <a:off x="297180" y="1987531"/>
            <a:ext cx="5798820" cy="8818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Offspring generation</a:t>
            </a:r>
          </a:p>
          <a:p>
            <a:pPr algn="ctr"/>
            <a:r>
              <a:rPr lang="en-US" dirty="0"/>
              <a:t>Create more individuals on each island using mutations and crossover (mating with own and nearby islands)</a:t>
            </a:r>
            <a:endParaRPr lang="en-N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7B68C3-CB70-5CA2-6748-F11BCBE61F38}"/>
              </a:ext>
            </a:extLst>
          </p:cNvPr>
          <p:cNvSpPr/>
          <p:nvPr/>
        </p:nvSpPr>
        <p:spPr>
          <a:xfrm>
            <a:off x="297180" y="3195730"/>
            <a:ext cx="5798820" cy="8818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Relaxation</a:t>
            </a:r>
          </a:p>
          <a:p>
            <a:pPr algn="ctr"/>
            <a:r>
              <a:rPr lang="en-US" dirty="0"/>
              <a:t>Increase acceptance chance by finding local minimum, using GPU-based relaxation scheme</a:t>
            </a:r>
            <a:endParaRPr lang="en-NL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1B99D8-77AC-B071-EDFB-0313AF1AC4BB}"/>
              </a:ext>
            </a:extLst>
          </p:cNvPr>
          <p:cNvSpPr/>
          <p:nvPr/>
        </p:nvSpPr>
        <p:spPr>
          <a:xfrm>
            <a:off x="297180" y="4403929"/>
            <a:ext cx="5798820" cy="8818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Selection</a:t>
            </a:r>
          </a:p>
          <a:p>
            <a:pPr algn="ctr"/>
            <a:r>
              <a:rPr lang="en-US" dirty="0"/>
              <a:t>Pick the best 111 individuals, while keeping an eye on genetic diversity</a:t>
            </a:r>
            <a:endParaRPr lang="en-NL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707BC8-A56D-F3F4-FB4A-11FD37CDC12E}"/>
              </a:ext>
            </a:extLst>
          </p:cNvPr>
          <p:cNvSpPr/>
          <p:nvPr/>
        </p:nvSpPr>
        <p:spPr>
          <a:xfrm>
            <a:off x="297180" y="5612130"/>
            <a:ext cx="5798820" cy="8818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Management</a:t>
            </a:r>
          </a:p>
          <a:p>
            <a:pPr algn="ctr"/>
            <a:r>
              <a:rPr lang="en-US" dirty="0"/>
              <a:t>Reduce square size for feasible solutions, reset stalled and duplicate islands, check for convergence</a:t>
            </a:r>
            <a:endParaRPr lang="en-NL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2AA37E5-62F9-7577-484E-7C264EEE0088}"/>
              </a:ext>
            </a:extLst>
          </p:cNvPr>
          <p:cNvCxnSpPr>
            <a:stCxn id="2" idx="2"/>
            <a:endCxn id="3" idx="0"/>
          </p:cNvCxnSpPr>
          <p:nvPr/>
        </p:nvCxnSpPr>
        <p:spPr>
          <a:xfrm>
            <a:off x="3196590" y="1661160"/>
            <a:ext cx="0" cy="3263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23A5ECA-5F93-2A8D-F345-CB5C50E937A3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3196590" y="2869359"/>
            <a:ext cx="0" cy="3263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ECF1E01-7AA5-FADA-4B86-33FC406E7841}"/>
              </a:ext>
            </a:extLst>
          </p:cNvPr>
          <p:cNvCxnSpPr>
            <a:stCxn id="4" idx="2"/>
            <a:endCxn id="22" idx="0"/>
          </p:cNvCxnSpPr>
          <p:nvPr/>
        </p:nvCxnSpPr>
        <p:spPr>
          <a:xfrm>
            <a:off x="3196590" y="4077558"/>
            <a:ext cx="0" cy="3263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525E6DF-14CB-953A-88F8-9E65D6182747}"/>
              </a:ext>
            </a:extLst>
          </p:cNvPr>
          <p:cNvCxnSpPr>
            <a:stCxn id="22" idx="2"/>
            <a:endCxn id="23" idx="0"/>
          </p:cNvCxnSpPr>
          <p:nvPr/>
        </p:nvCxnSpPr>
        <p:spPr>
          <a:xfrm>
            <a:off x="3196590" y="5285757"/>
            <a:ext cx="0" cy="3263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5E2B7754-34A3-73C1-5DAF-54C0D8ECE10E}"/>
              </a:ext>
            </a:extLst>
          </p:cNvPr>
          <p:cNvCxnSpPr>
            <a:stCxn id="23" idx="3"/>
            <a:endCxn id="3" idx="3"/>
          </p:cNvCxnSpPr>
          <p:nvPr/>
        </p:nvCxnSpPr>
        <p:spPr>
          <a:xfrm flipV="1">
            <a:off x="6096000" y="2428445"/>
            <a:ext cx="12700" cy="3624599"/>
          </a:xfrm>
          <a:prstGeom prst="bentConnector3">
            <a:avLst>
              <a:gd name="adj1" fmla="val 180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773E924-2D18-5B63-11E1-F65B9B1CE0DD}"/>
              </a:ext>
            </a:extLst>
          </p:cNvPr>
          <p:cNvSpPr txBox="1"/>
          <p:nvPr/>
        </p:nvSpPr>
        <p:spPr>
          <a:xfrm rot="16200000">
            <a:off x="4777740" y="4498037"/>
            <a:ext cx="3503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Repeat a few thousand generations</a:t>
            </a:r>
            <a:endParaRPr lang="en-NL" dirty="0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6AAD862F-4F28-24BD-8B5E-058FD0C8FEF3}"/>
              </a:ext>
            </a:extLst>
          </p:cNvPr>
          <p:cNvSpPr/>
          <p:nvPr/>
        </p:nvSpPr>
        <p:spPr>
          <a:xfrm>
            <a:off x="6134100" y="960145"/>
            <a:ext cx="579120" cy="603542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27527E4A-44B1-5512-BB4E-DAF3C754CB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9357"/>
          <a:stretch>
            <a:fillRect/>
          </a:stretch>
        </p:blipFill>
        <p:spPr>
          <a:xfrm>
            <a:off x="6956955" y="638363"/>
            <a:ext cx="2911436" cy="1540958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9F64A93B-F948-70C3-916D-D4B20B70A8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357" r="49990"/>
          <a:stretch>
            <a:fillRect/>
          </a:stretch>
        </p:blipFill>
        <p:spPr>
          <a:xfrm>
            <a:off x="10069918" y="523765"/>
            <a:ext cx="1456016" cy="1540958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3FA00033-BB7A-956D-9521-2F01002B88D1}"/>
              </a:ext>
            </a:extLst>
          </p:cNvPr>
          <p:cNvSpPr/>
          <p:nvPr/>
        </p:nvSpPr>
        <p:spPr>
          <a:xfrm>
            <a:off x="6729376" y="638362"/>
            <a:ext cx="4796546" cy="14876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99EB4D52-682F-819F-C1E2-30AAF39825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58"/>
          <a:stretch>
            <a:fillRect/>
          </a:stretch>
        </p:blipFill>
        <p:spPr>
          <a:xfrm>
            <a:off x="6845922" y="2205672"/>
            <a:ext cx="4680000" cy="2220218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8B02AA4A-5F1D-1FB9-A821-9B8BACCBA6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7" t="5990" r="-357" b="-5990"/>
          <a:stretch>
            <a:fillRect/>
          </a:stretch>
        </p:blipFill>
        <p:spPr>
          <a:xfrm>
            <a:off x="6845922" y="4428382"/>
            <a:ext cx="4680000" cy="2367495"/>
          </a:xfrm>
          <a:prstGeom prst="rect">
            <a:avLst/>
          </a:prstGeom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D4211387-D712-F750-5808-E8091D3A4A9D}"/>
              </a:ext>
            </a:extLst>
          </p:cNvPr>
          <p:cNvSpPr/>
          <p:nvPr/>
        </p:nvSpPr>
        <p:spPr>
          <a:xfrm>
            <a:off x="6729376" y="2152331"/>
            <a:ext cx="4900486" cy="4643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01012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151</Words>
  <Application>Microsoft Office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Jeroen Cottaar</dc:creator>
  <cp:lastModifiedBy>Jeroen Cottaar</cp:lastModifiedBy>
  <cp:revision>2</cp:revision>
  <dcterms:created xsi:type="dcterms:W3CDTF">2026-02-08T10:27:24Z</dcterms:created>
  <dcterms:modified xsi:type="dcterms:W3CDTF">2026-02-08T12:31:35Z</dcterms:modified>
</cp:coreProperties>
</file>